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20180115 — SQL CITY PD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86200" y="2194560"/>
            <a:ext cx="1371600" cy="1371600"/>
          </a:xfrm>
          <a:prstGeom prst="ellipse">
            <a:avLst/>
          </a:prstGeom>
          <a:solidFill>
            <a:srgbClr val="2B2B2E"/>
          </a:solidFill>
          <a:ln/>
        </p:spPr>
      </p:sp>
      <p:pic>
        <p:nvPicPr>
          <p:cNvPr id="5" name="Image 0" descr="/home/claude/icon_fingerprint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5374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7947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SOLVED A MURDER</a:t>
            </a:r>
            <a:endParaRPr lang="en-US" sz="4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USING ONLY SQL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553212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forensics team. No case file. Just a relational database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chain of queries that never stopped at the first suspect.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200400" y="69037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99001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200400" y="6903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FOR THE FULL CASE →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8503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CASE STUDY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crime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7260" y="2263140"/>
            <a:ext cx="1051560" cy="1051560"/>
          </a:xfrm>
          <a:prstGeom prst="ellipse">
            <a:avLst/>
          </a:prstGeom>
          <a:solidFill>
            <a:srgbClr val="FCEAEA"/>
          </a:solidFill>
          <a:ln/>
        </p:spPr>
      </p:sp>
      <p:pic>
        <p:nvPicPr>
          <p:cNvPr id="5" name="Image 0" descr="/home/claude/icon_search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2526030"/>
            <a:ext cx="525780" cy="5257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2103120"/>
            <a:ext cx="6172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15th, 2018. </a:t>
            </a:r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murder is reported in SQL City. The original crime scene report is gone — the only thing left is the police department's raw database.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7863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601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crime_scene_report TABLE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525780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crime_scene_report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date = 20180115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type = 'murder'</a:t>
            </a:r>
            <a:endParaRPr lang="en-US" sz="16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city = 'SQL City';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0120" y="6720840"/>
            <a:ext cx="7223760" cy="0"/>
          </a:xfrm>
          <a:prstGeom prst="line">
            <a:avLst/>
          </a:prstGeom>
          <a:noFill/>
          <a:ln w="12700">
            <a:solidFill>
              <a:srgbClr val="EDE6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69037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Result: security footage places two witnesses at the scene.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witnesses,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 clean addresses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726180" cy="539496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7390" y="3177540"/>
            <a:ext cx="1051560" cy="1051560"/>
          </a:xfrm>
          <a:prstGeom prst="ellipse">
            <a:avLst/>
          </a:prstGeom>
          <a:solidFill>
            <a:srgbClr val="FCEAEA"/>
          </a:solidFill>
          <a:ln/>
        </p:spPr>
      </p:sp>
      <p:pic>
        <p:nvPicPr>
          <p:cNvPr id="6" name="Image 0" descr="/home/claude/icon_witnesses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3440430"/>
            <a:ext cx="525780" cy="5257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480560"/>
            <a:ext cx="3177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#1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800600"/>
            <a:ext cx="3177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Morty Schapiro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5486400"/>
            <a:ext cx="29032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clue: “last house on Northwestern Dr.” Found by sorting the street's addresses and taking the highest number.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77740" y="2514600"/>
            <a:ext cx="3726180" cy="539496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15050" y="3177540"/>
            <a:ext cx="1051560" cy="1051560"/>
          </a:xfrm>
          <a:prstGeom prst="ellipse">
            <a:avLst/>
          </a:prstGeom>
          <a:solidFill>
            <a:srgbClr val="FCEAEA"/>
          </a:solidFill>
          <a:ln/>
        </p:spPr>
      </p:sp>
      <p:pic>
        <p:nvPicPr>
          <p:cNvPr id="12" name="Image 1" descr="/home/claude/icon_witnesses_cher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3440430"/>
            <a:ext cx="525780" cy="5257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52060" y="4480560"/>
            <a:ext cx="3177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#2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052060" y="4800600"/>
            <a:ext cx="3177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Annabel Miller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5189220" y="5486400"/>
            <a:ext cx="29032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clue: first name “Annabel,” on Franklin Ave. Found with a simple name-pattern match.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TESTIMONY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Fragments.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answers.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clue the witnesses gave was partial. Each one became a WHERE filter — and every filter narrowed the suspect pool a little further.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2B2B2E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" y="3268980"/>
            <a:ext cx="685800" cy="6858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7" name="Image 0" descr="/home/claude/icon_gym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34404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32735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bag, gold members only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3611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8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membership id starts “48Z”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544568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2B2B2E"/>
          </a:solidFill>
          <a:ln/>
        </p:spPr>
      </p:sp>
      <p:sp>
        <p:nvSpPr>
          <p:cNvPr id="11" name="Shape 8"/>
          <p:cNvSpPr/>
          <p:nvPr/>
        </p:nvSpPr>
        <p:spPr>
          <a:xfrm>
            <a:off x="1074420" y="4613148"/>
            <a:ext cx="685800" cy="6858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2" name="Image 1" descr="/home/claude/icon_car_cher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70" y="4784598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57400" y="4617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Getaway vehicle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057400" y="495604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8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contains “H42W”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5888736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2B2B2E"/>
          </a:solidFill>
          <a:ln/>
        </p:spPr>
      </p:sp>
      <p:sp>
        <p:nvSpPr>
          <p:cNvPr id="16" name="Shape 12"/>
          <p:cNvSpPr/>
          <p:nvPr/>
        </p:nvSpPr>
        <p:spPr>
          <a:xfrm>
            <a:off x="1074420" y="5957316"/>
            <a:ext cx="685800" cy="6858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7" name="Image 2" descr="/home/claude/icon_witnesses_cher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6128766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057400" y="59618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at the gym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2057400" y="630021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8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checked in on Jan 9, 2018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746150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fragments. One filter each. Query by query, the field of suspects starts to narrow.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Stacking filters until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name survives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438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5146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48Z + gold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61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candidates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2800" y="2331720"/>
            <a:ext cx="2438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89960" y="25146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Jan 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89960" y="32461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still 2 (tie)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65520" y="2331720"/>
            <a:ext cx="243840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2680" y="2514600"/>
            <a:ext cx="216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has “H42W”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3246120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match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7863840" cy="22860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4846320"/>
            <a:ext cx="1188720" cy="1188720"/>
          </a:xfrm>
          <a:prstGeom prst="ellipse">
            <a:avLst/>
          </a:prstGeom>
          <a:solidFill>
            <a:srgbClr val="2B2B2E"/>
          </a:solidFill>
          <a:ln/>
        </p:spPr>
      </p:sp>
      <p:pic>
        <p:nvPicPr>
          <p:cNvPr id="15" name="Image 0" descr="/home/claude/icon_suspe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5143500"/>
            <a:ext cx="594360" cy="5943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74320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IDENTIFIED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50292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Jeremy Bowers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0" y="56235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gym member “48Z55” · Chevrolet Spark LS, plate 0H42W2 · checked in Jan 9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Case closed?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yet.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investigation doesn't stop at the first name that fits. Bowers' own interview was pulled before the case was closed — and it changed everything.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7863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611880"/>
            <a:ext cx="54864" cy="26974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3611880"/>
            <a:ext cx="7269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50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“I was hired by a woman with a lot of money. I don't know her name but I know she's around 5'5" or 5'7". She has red hair and she drives a Tesla Model S. I know that she attended the SQL Symphony Concert 3 times in December 2017.”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608076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JEREMY BOWERS, INTERVIEW TRANSCRIPT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UNMASKING 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3 lookalikes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1 mastermind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women matched her physical description and her Tesla. Only one showed up to the SQL Symphony Concert exactly 3 times in December — the clue that broke the tie.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2B2B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3375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Korb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matching visits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2B2B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251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 George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4251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matching visits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1663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5166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Miranda Priestly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5166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concert visits — match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60520" y="6172200"/>
            <a:ext cx="822960" cy="822960"/>
          </a:xfrm>
          <a:prstGeom prst="ellipse">
            <a:avLst/>
          </a:prstGeom>
          <a:solidFill>
            <a:srgbClr val="2B2B2E"/>
          </a:solidFill>
          <a:ln/>
        </p:spPr>
      </p:sp>
      <p:pic>
        <p:nvPicPr>
          <p:cNvPr id="15" name="Image 0" descr="/home/claude/icon_gavel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637794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7040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MASTERMIND IDENTIFIED: MIRANDA PRIESTLY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THE ANSWER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Did the money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 up the story?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2331720"/>
            <a:ext cx="914400" cy="914400"/>
          </a:xfrm>
          <a:prstGeom prst="ellipse">
            <a:avLst/>
          </a:prstGeom>
          <a:solidFill>
            <a:srgbClr val="FCEAEA"/>
          </a:solidFill>
          <a:ln/>
        </p:spPr>
      </p:sp>
      <p:pic>
        <p:nvPicPr>
          <p:cNvPr id="5" name="Image 0" descr="/home/claude/icon_money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60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2286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Bowers said his employer had “a lot of money.” Income records were pulled for all 4 candidates to check — not just assume — whether that held up.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703320"/>
            <a:ext cx="7863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14400" y="3703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Bowers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hitman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703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$10,500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617720"/>
            <a:ext cx="7863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 George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4617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617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record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5532120"/>
            <a:ext cx="7863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4400" y="5532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Korb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5532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out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5532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$278,000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6446520"/>
            <a:ext cx="7863840" cy="777240"/>
          </a:xfrm>
          <a:prstGeom prst="roundRect">
            <a:avLst>
              <a:gd name="adj" fmla="val 7059"/>
            </a:avLst>
          </a:prstGeom>
          <a:solidFill>
            <a:srgbClr val="99001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6446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Miranda Priestly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6446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mastermind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6446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$310,000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7498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Korb was nearly as wealthy as Miranda — money alone wasn't the answer. Behavior (the concert count) is what actually closed the case.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40" y="1143000"/>
            <a:ext cx="1188720" cy="1188720"/>
          </a:xfrm>
          <a:prstGeom prst="ellipse">
            <a:avLst/>
          </a:prstGeom>
          <a:solidFill>
            <a:srgbClr val="2B2B2E"/>
          </a:solidFill>
          <a:ln/>
        </p:spPr>
      </p:sp>
      <p:pic>
        <p:nvPicPr>
          <p:cNvPr id="3" name="Image 0" descr="/home/claude/icon_lesson_cher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14401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real lesson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88720" y="3154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rarely one clean query. It's a chain of small, falsifiable filters — and the discipline to double-check your first “obvious” suspect before calling it done.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2011680" y="4434840"/>
            <a:ext cx="5120640" cy="0"/>
          </a:xfrm>
          <a:prstGeom prst="line">
            <a:avLst/>
          </a:prstGeom>
          <a:noFill/>
          <a:ln w="12700">
            <a:solidFill>
              <a:srgbClr val="2B2B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INVESTIGATION ON GITHUB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194560" y="5257800"/>
            <a:ext cx="4754880" cy="960120"/>
          </a:xfrm>
          <a:prstGeom prst="roundRect">
            <a:avLst>
              <a:gd name="adj" fmla="val 13333"/>
            </a:avLst>
          </a:prstGeom>
          <a:solidFill>
            <a:srgbClr val="2B2B2E"/>
          </a:solidFill>
          <a:ln/>
        </p:spPr>
      </p:sp>
      <p:sp>
        <p:nvSpPr>
          <p:cNvPr id="9" name="Shape 6"/>
          <p:cNvSpPr/>
          <p:nvPr/>
        </p:nvSpPr>
        <p:spPr>
          <a:xfrm>
            <a:off x="2697480" y="5468112"/>
            <a:ext cx="548640" cy="54864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0" name="Image 1" descr="/home/claude/icon_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56052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5349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github.com/AdekingDev/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sql-murder-mystery-investigation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446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· full write-up · reproducible on any SQLite client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8366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ADEKING · DATA ANALYST · AI ENTHUSIAST · CONTENT CREATOR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8641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2026-09-20T21:10:15Z</dcterms:created>
  <dcterms:modified xsi:type="dcterms:W3CDTF">2026-09-20T21:10:15Z</dcterms:modified>
</cp:coreProperties>
</file>